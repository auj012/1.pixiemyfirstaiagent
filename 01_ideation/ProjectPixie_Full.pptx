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Project Pixie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CF0F7"/>
                </a:solidFill>
                <a:latin typeface="Calibri"/>
              </a:rPr>
              <a:t>Personalized Cultural &amp; Linguistic Intelligence — An Intelligent Name Analysis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E9A23B"/>
                </a:solidFill>
                <a:latin typeface="Calibri"/>
              </a:rPr>
              <a:t>Local-first. Guardrailed. Evaluated.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10515600" cy="18288"/>
          </a:xfrm>
          <a:prstGeom prst="rect">
            <a:avLst/>
          </a:prstGeom>
          <a:solidFill>
            <a:srgbClr val="2C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Ushasree Jakilinki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9B7CC"/>
                </a:solidFill>
                <a:latin typeface="Calibri"/>
              </a:rPr>
              <a:t>SW Engineer → Aspiring Data Scientist + Agentic AI Developer  ·  UofM Master's in Applied Data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9A23B"/>
                </a:solidFill>
                <a:latin typeface="Calibri"/>
              </a:rPr>
              <a:t>github.com/auj012/AIAgentLearning/tree/main/ProjectPixie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About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Project Pixie · Ushasree Jakilinki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9224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651760" cy="155448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A23B"/>
                </a:solidFill>
                <a:latin typeface="Calibri"/>
              </a:rPr>
              <a:t>25+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CF0F7"/>
                </a:solidFill>
                <a:latin typeface="Calibri"/>
              </a:rPr>
              <a:t>SW Engineering — Automotive &amp; Mobile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554480"/>
            <a:ext cx="2651760" cy="155448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7830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A23B"/>
                </a:solidFill>
                <a:latin typeface="Calibri"/>
              </a:rPr>
              <a:t>B.Tech CSE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28600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CF0F7"/>
                </a:solidFill>
                <a:latin typeface="Calibri"/>
              </a:rPr>
              <a:t>Computer Science &amp;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2651760" cy="155448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A23B"/>
                </a:solidFill>
                <a:latin typeface="Calibri"/>
              </a:rPr>
              <a:t>AI/DS Pivot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CF0F7"/>
                </a:solidFill>
                <a:latin typeface="Calibri"/>
              </a:rPr>
              <a:t>Aspiring Data Scientist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554480"/>
            <a:ext cx="2651760" cy="155448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7830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9A23B"/>
                </a:solidFill>
                <a:latin typeface="Calibri"/>
              </a:rPr>
              <a:t>UofM MADS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28600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CF0F7"/>
                </a:solidFill>
                <a:latin typeface="Calibri"/>
              </a:rPr>
              <a:t>M.S. Applied Data Science (4.0)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66160"/>
            <a:ext cx="11155680" cy="155448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703320"/>
            <a:ext cx="10753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9A23B"/>
                </a:solidFill>
                <a:latin typeface="Calibri"/>
              </a:rPr>
              <a:t>Why Project Pixie?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069080"/>
            <a:ext cx="107533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CF0F7"/>
                </a:solidFill>
                <a:latin typeface="Calibri"/>
              </a:rPr>
              <a:t>I am a software engineer upskilling as an AI engineer, and Project Pixie is my first AI agent — deliberately simple in scope, deliberately serious in execution: applying enterprise-grade software engineering principles to build a tightly scoped, reliable, local-first AI agent utility.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Problem Statement &amp; System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A9B7CC"/>
                </a:solidFill>
                <a:latin typeface="Calibri"/>
              </a:rPr>
              <a:t>Goal: build a local AI agent using Ollama.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Project Pixie · Ushasree Jakilinki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649224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3566160" cy="137160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00200"/>
            <a:ext cx="31638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9A23B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65960"/>
            <a:ext cx="31638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CF0F7"/>
                </a:solidFill>
                <a:latin typeface="Calibri"/>
              </a:rPr>
              <a:t>A single name string — typed by the user.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7360920" cy="137160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600200"/>
            <a:ext cx="69585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9A23B"/>
                </a:solidFill>
                <a:latin typeface="Calibri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965960"/>
            <a:ext cx="695858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CF0F7"/>
                </a:solidFill>
                <a:latin typeface="Calibri"/>
              </a:rPr>
              <a:t>A highly accurate, structured analytics payload — rendered as a clean, human-readable card (structure stays in the pipes).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00400"/>
            <a:ext cx="3566160" cy="164592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337560"/>
            <a:ext cx="31638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9A23B"/>
                </a:solidFill>
                <a:latin typeface="Calibri"/>
              </a:rPr>
              <a:t>Linguistic Origin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703320"/>
            <a:ext cx="31638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The geographic and historical language roots.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200400"/>
            <a:ext cx="3566160" cy="164592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3337560"/>
            <a:ext cx="31638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9A23B"/>
                </a:solidFill>
                <a:latin typeface="Calibri"/>
              </a:rPr>
              <a:t>Literal &amp; Semantic Translation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703320"/>
            <a:ext cx="31638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The exact meaning and historical definitions.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200400"/>
            <a:ext cx="3566160" cy="164592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3337560"/>
            <a:ext cx="31638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9A23B"/>
                </a:solidFill>
                <a:latin typeface="Calibri"/>
              </a:rPr>
              <a:t>Cultural 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703320"/>
            <a:ext cx="31638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Historical usage trends, variations, and notable contexts.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120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9B7CC"/>
                </a:solidFill>
                <a:latin typeface="Calibri"/>
              </a:rPr>
              <a:t>Similar-sounding and similar-meaning names complete the payload.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Current Process — and Its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A9B7CC"/>
                </a:solidFill>
                <a:latin typeface="Calibri"/>
              </a:rPr>
              <a:t>What finding a name's story looks like today, without Pixie.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Project Pixie · Ushasree Jakilinki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649224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3566160" cy="146304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9A23B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373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Search Google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4884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9B7CC"/>
                </a:solidFill>
                <a:latin typeface="Calibri"/>
              </a:rPr>
              <a:t>Multiple searches, scattered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791" y="20574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9A23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54480"/>
            <a:ext cx="3566160" cy="146304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9A23B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7373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Ask an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14884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9B7CC"/>
                </a:solidFill>
                <a:latin typeface="Calibri"/>
              </a:rPr>
              <a:t>Then another LLM, to cross-check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20574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9A23B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554480"/>
            <a:ext cx="3566160" cy="146304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691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9A23B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7373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Summarize yourself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14884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9B7CC"/>
                </a:solidFill>
                <a:latin typeface="Calibri"/>
              </a:rPr>
              <a:t>Stitch the fragments into one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4290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9A23B"/>
                </a:solidFill>
                <a:latin typeface="Calibri"/>
              </a:rPr>
              <a:t>Associated pain points: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94760"/>
            <a:ext cx="1060704" cy="329184"/>
          </a:xfrm>
          <a:prstGeom prst="roundRect">
            <a:avLst>
              <a:gd name="adj" fmla="val 10000"/>
            </a:avLst>
          </a:prstGeom>
          <a:solidFill>
            <a:srgbClr val="2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849624"/>
            <a:ext cx="8778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Manual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28216" y="3794760"/>
            <a:ext cx="2167128" cy="329184"/>
          </a:xfrm>
          <a:prstGeom prst="roundRect">
            <a:avLst>
              <a:gd name="adj" fmla="val 10000"/>
            </a:avLst>
          </a:prstGeom>
          <a:solidFill>
            <a:srgbClr val="2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37944" y="3849624"/>
            <a:ext cx="19842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Multiple searches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59936" y="3794760"/>
            <a:ext cx="2066543" cy="329184"/>
          </a:xfrm>
          <a:prstGeom prst="roundRect">
            <a:avLst>
              <a:gd name="adj" fmla="val 10000"/>
            </a:avLst>
          </a:prstGeom>
          <a:solidFill>
            <a:srgbClr val="2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9664" y="3849624"/>
            <a:ext cx="18836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Multiple prompts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3794760"/>
            <a:ext cx="2468880" cy="329184"/>
          </a:xfrm>
          <a:prstGeom prst="roundRect">
            <a:avLst>
              <a:gd name="adj" fmla="val 10000"/>
            </a:avLst>
          </a:prstGeom>
          <a:solidFill>
            <a:srgbClr val="2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849624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Too much time wasted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24544" y="3794760"/>
            <a:ext cx="1965960" cy="329184"/>
          </a:xfrm>
          <a:prstGeom prst="roundRect">
            <a:avLst>
              <a:gd name="adj" fmla="val 10000"/>
            </a:avLst>
          </a:prstGeom>
          <a:solidFill>
            <a:srgbClr val="27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34272" y="3849624"/>
            <a:ext cx="1783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Process fatigue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572000"/>
            <a:ext cx="11155680" cy="118872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4709160"/>
            <a:ext cx="10753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9A23B"/>
                </a:solidFill>
                <a:latin typeface="Calibri"/>
              </a:rPr>
              <a:t>Pixie's answer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5074920"/>
            <a:ext cx="107533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CF0F7"/>
                </a:solidFill>
                <a:latin typeface="Calibri"/>
              </a:rPr>
              <a:t>One input box. One structured answer. Zero cloud round-trips. The agent does the searching, cross-checking, and summarizing — locally.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AI Card &amp; Risk Mitigation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A9B7CC"/>
                </a:solidFill>
                <a:latin typeface="Calibri"/>
              </a:rPr>
              <a:t>What powers Pixie — and the principles that constrain 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Project Pixie · Ushasree Jakilinki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649224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155680" cy="123444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91639"/>
            <a:ext cx="10753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9A23B"/>
                </a:solidFill>
                <a:latin typeface="Calibri"/>
              </a:rPr>
              <a:t>Generative AI — Local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057400"/>
            <a:ext cx="1075334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CF0F7"/>
                </a:solidFill>
                <a:latin typeface="Calibri"/>
              </a:rPr>
              <a:t>Powered by Ollama to process data 100% offline with zero cloud subscription costs. The model is a reasoning engine over the request — not a data sink.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5440680" cy="228600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200400"/>
            <a:ext cx="5038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9A23B"/>
                </a:solidFill>
                <a:latin typeface="Calibri"/>
              </a:rPr>
              <a:t>Dignity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566160"/>
            <a:ext cx="503834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CF0F7"/>
                </a:solidFill>
                <a:latin typeface="Calibri"/>
              </a:rPr>
              <a:t>Cultural guardrails ensure diverse and ethnic names are analyzed with historical accuracy — avoiding generic or biased AI definitions. Every name deserves its real 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63240"/>
            <a:ext cx="5440680" cy="228600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200400"/>
            <a:ext cx="5038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9A23B"/>
                </a:solidFill>
                <a:latin typeface="Calibri"/>
              </a:rPr>
              <a:t>Privacy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66160"/>
            <a:ext cx="503834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CF0F7"/>
                </a:solidFill>
                <a:latin typeface="Calibri"/>
              </a:rPr>
              <a:t>Zero data leakage. User target strings stay entirely local and never leave the host machine. What you ask about is nobody's business but yours.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Functional &amp; User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Project Pixie · Ushasree Jakilinki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9224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978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As a…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9928" y="1463040"/>
            <a:ext cx="27633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I want to…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404" y="1463040"/>
            <a:ext cx="25402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So that…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7768" y="146304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Acceptance Criteria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83080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856232"/>
            <a:ext cx="932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8216" y="1856232"/>
            <a:ext cx="27175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Type my name or string into the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8692" y="1856232"/>
            <a:ext cx="24944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I learn more about the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6056" y="1856232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Given a name: origin + meaning + similar-sounding and similar-meaning names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51176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624328"/>
            <a:ext cx="932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8216" y="2624328"/>
            <a:ext cx="27175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The system to handle profanity well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8692" y="2624328"/>
            <a:ext cx="24944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Anyone can use it safely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6" y="2624328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Profanity (typed in English) returns polite feedback — never a lookup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19272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392424"/>
            <a:ext cx="932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28216" y="3392424"/>
            <a:ext cx="27175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A response within about a second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8692" y="3392424"/>
            <a:ext cx="24944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I don't drift to another 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6056" y="3392424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A visible time counter shows feedback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87368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4160520"/>
            <a:ext cx="932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28216" y="4160520"/>
            <a:ext cx="27175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A clear, minimal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8692" y="4160520"/>
            <a:ext cx="24944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The learning curve is zero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06056" y="4160520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Clean single-input text box, zero clutter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855464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4928616"/>
            <a:ext cx="9326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Developer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28216" y="4928616"/>
            <a:ext cx="27175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Weekly 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8692" y="4928616"/>
            <a:ext cx="24944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I can monitor the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06056" y="4928616"/>
            <a:ext cx="4279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ECF0F7"/>
                </a:solidFill>
                <a:latin typeface="Calibri"/>
              </a:rPr>
              <a:t>A report the developer can check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Guardrails — Checked Before the LLM Is Ever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Project Pixie · Ushasree Jakilinki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9224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79" y="1554480"/>
            <a:ext cx="82295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System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11155680" cy="64008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947672"/>
            <a:ext cx="260603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Profanity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947672"/>
            <a:ext cx="81838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Drop toxic or offensive words immediately and return polite feedback.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24327"/>
            <a:ext cx="11155680" cy="64008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697479"/>
            <a:ext cx="260603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Language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697479"/>
            <a:ext cx="81838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Enforce standard A–Z alphabetic strings (non-English character sets deferred past MVP).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74135"/>
            <a:ext cx="11155680" cy="64008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447287"/>
            <a:ext cx="260603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At-Least-Typed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3447287"/>
            <a:ext cx="818387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Reject empty strings, blank spaces, and null submissions to prevent system errors.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89120"/>
            <a:ext cx="11155680" cy="128016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526280"/>
            <a:ext cx="10753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9A23B"/>
                </a:solidFill>
                <a:latin typeface="Calibri"/>
              </a:rPr>
              <a:t>Design principle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892040"/>
            <a:ext cx="107533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CF0F7"/>
                </a:solidFill>
                <a:latin typeface="Calibri"/>
              </a:rPr>
              <a:t>Guardrails are deterministic code, not model behavior — cheap, auditable checks run first, and refused inputs never reach the LLM at 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Evals — Four Tiers, No Vibes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A9B7CC"/>
                </a:solidFill>
                <a:latin typeface="Calibri"/>
              </a:rPr>
              <a:t>“It works” and “it's trustworthy” are different milestones.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Project Pixie · Ushasree Jakilinki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649224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31708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Evaluation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609" y="1463040"/>
            <a:ext cx="4771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Testing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7108" y="1463040"/>
            <a:ext cx="36557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Success 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83080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856232"/>
            <a:ext cx="2271369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Unit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6897" y="1856232"/>
            <a:ext cx="4725619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Isolated tests of prompt templates, extraction regex, mocked LLM responses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5396" y="1856232"/>
            <a:ext cx="3610051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Deterministic pass — zero Ollama dependency; logic mathematically checked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70048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743200"/>
            <a:ext cx="2271369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Model-Driven (Agent-on-Agent)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6897" y="2743200"/>
            <a:ext cx="4725619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A dedicated Tester Agent bombards Pixie with hundreds of synthetic names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5396" y="2743200"/>
            <a:ext cx="3610051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Consistent extraction without hallucination or format breaks over 100+ runs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57015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3630168"/>
            <a:ext cx="2271369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Behavioral / Red-Team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6897" y="3630168"/>
            <a:ext cx="4725619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Adversarial dataset of restricted words and symbols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5396" y="3630168"/>
            <a:ext cx="3610051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100% block rate on toxic inputs; graceful drops of non-A–Z characters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43983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4517136"/>
            <a:ext cx="2271369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6897" y="4517136"/>
            <a:ext cx="4725619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Latency measured from Enter to local LLM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5396" y="4517136"/>
            <a:ext cx="3610051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Sub-second response benchmark on standard laptop hardware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Execution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Project Pixie · Ushasree Jakilinki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9224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231708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Test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609" y="1554480"/>
            <a:ext cx="38788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Execution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4654" y="1554480"/>
            <a:ext cx="454822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System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11155680" cy="73152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947672"/>
            <a:ext cx="227136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“Priya”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6897" y="1947672"/>
            <a:ext cx="3833164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Clean pass → Ollama inference → parse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2942" y="1947672"/>
            <a:ext cx="450250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origin: Sanskrit · meaning: Beloved · variants: Preeya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15768"/>
            <a:ext cx="11155680" cy="73152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788920"/>
            <a:ext cx="227136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“Kenji”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6897" y="2788920"/>
            <a:ext cx="3833164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Clean pass → Ollama inference → parse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2942" y="2788920"/>
            <a:ext cx="450250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origin: Japanese · meaning: intelligent second son · variants: 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57015"/>
            <a:ext cx="11155680" cy="73152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630168"/>
            <a:ext cx="227136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“DROP TABLE Names;”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6897" y="3630168"/>
            <a:ext cx="3833164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Intercepted by guardrail → LLM bypassed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2942" y="3630168"/>
            <a:ext cx="4502505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CF0F7"/>
                </a:solidFill>
                <a:latin typeface="Calibri"/>
              </a:rPr>
              <a:t>Refusal: “Invalid input. Please enter a valid alphabetic name structure.”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572000"/>
            <a:ext cx="11155680" cy="118872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709160"/>
            <a:ext cx="10753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9A23B"/>
                </a:solidFill>
                <a:latin typeface="Calibri"/>
              </a:rPr>
              <a:t>The third row is the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5074920"/>
            <a:ext cx="107533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CF0F7"/>
                </a:solidFill>
                <a:latin typeface="Calibri"/>
              </a:rPr>
              <a:t>Attacks and junk never touch the model. Deterministic interception is what makes an agent safe to hand to strangers.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Estimates &amp;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Project Pixie · Ushasree Jakilinki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9224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120152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Milestone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3041" y="1554480"/>
            <a:ext cx="521756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7768" y="1554480"/>
            <a:ext cx="2093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Estimate (hours)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1554480"/>
            <a:ext cx="2093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947672"/>
            <a:ext cx="1155801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51329" y="1947672"/>
            <a:ext cx="517184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Discovery, Ideation &amp;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6056" y="1947672"/>
            <a:ext cx="204825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7192" y="1947672"/>
            <a:ext cx="204825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Ushasree Jakilinki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32887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606039"/>
            <a:ext cx="1155801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1329" y="2606039"/>
            <a:ext cx="517184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PRD, Architecture &amp; Core 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056" y="2606039"/>
            <a:ext cx="204825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2606039"/>
            <a:ext cx="204825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Ushasree Jakilinki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191255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264407"/>
            <a:ext cx="1155801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1329" y="3264407"/>
            <a:ext cx="517184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Unit Testing &amp; Model Evaluations (Evals)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3264407"/>
            <a:ext cx="204825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7192" y="3264407"/>
            <a:ext cx="204825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Ushasree Jakilinki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849623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3922775"/>
            <a:ext cx="1155801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1329" y="3922775"/>
            <a:ext cx="517184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Deployment &amp; Final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6056" y="3922775"/>
            <a:ext cx="204825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7192" y="3922775"/>
            <a:ext cx="204825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CF0F7"/>
                </a:solidFill>
                <a:latin typeface="Calibri"/>
              </a:rPr>
              <a:t>Ushasree Jakilinki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846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A9B7CC"/>
                </a:solidFill>
                <a:latin typeface="Calibri"/>
              </a:rPr>
              <a:t>Single-resource project — schedule protected by strict feature freeze (see Risks).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Metrics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Project Pixie · Ushasree Jakilinki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9224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2093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25496" y="1463040"/>
            <a:ext cx="29864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What It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9086" y="1463040"/>
            <a:ext cx="34326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18904" y="1463040"/>
            <a:ext cx="2093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83080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856232"/>
            <a:ext cx="2048255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Token Generation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784" y="1856232"/>
            <a:ext cx="294071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Time from input to final generated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7374" y="1856232"/>
            <a:ext cx="3386937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Local execution must not hang on standard laptops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7192" y="1856232"/>
            <a:ext cx="2048255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Sub-second end-to-end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70048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743200"/>
            <a:ext cx="2048255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Schema / Format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3784" y="2743200"/>
            <a:ext cx="294071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% of outputs parsing into valid structured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7374" y="2743200"/>
            <a:ext cx="3386937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Messy raw text breaks the UI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2743200"/>
            <a:ext cx="2048255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100% across unit suites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57015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630168"/>
            <a:ext cx="2048255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Guardrail Rejection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43784" y="3630168"/>
            <a:ext cx="294071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% of adversarial/profane inputs intercepted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7374" y="3630168"/>
            <a:ext cx="3386937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Proves the safety layer protects the core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7192" y="3630168"/>
            <a:ext cx="2048255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100% on restricted sets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43983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4517136"/>
            <a:ext cx="2048255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Hallucination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43784" y="4517136"/>
            <a:ext cx="294071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% of outputs with fabricated origins/meanings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67374" y="4517136"/>
            <a:ext cx="3386937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Measured via Tester Agent for data integrity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7192" y="4517136"/>
            <a:ext cx="2048255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&lt; 5% across batches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Risks &amp; PM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Project Pixie · Ushasree Jakilinki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9224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36557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Identified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7291" y="1463040"/>
            <a:ext cx="25402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Impacted KPI / 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4654" y="1463040"/>
            <a:ext cx="454822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9A23B"/>
                </a:solidFill>
                <a:latin typeface="Calibri"/>
              </a:rPr>
              <a:t>PM Mitigation Strategy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856232"/>
            <a:ext cx="3610051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Local compute latency spike — model exceeds the response target on consumer laptops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5579" y="1856232"/>
            <a:ext cx="2494483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Performance 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2942" y="1856232"/>
            <a:ext cx="4502505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Aggressive 4-bit quantization, or drop parameter size (7B → 1.5B/3B) to preserve speed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07208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880360"/>
            <a:ext cx="3610051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Schema &amp; formatting drift — model outputs raw text or broken markdown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5579" y="2880360"/>
            <a:ext cx="2494483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Schema compliance (100% goal)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2942" y="2880360"/>
            <a:ext cx="4502505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Regex extraction fallback blocks; structured-generation settings in Ollama to force schema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31336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904488"/>
            <a:ext cx="3610051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Schedule slippage (single resource) — blockers threaten the 130-hour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5579" y="3904488"/>
            <a:ext cx="2494483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Schedule &amp; final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2942" y="3904488"/>
            <a:ext cx="4502505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CF0F7"/>
                </a:solidFill>
                <a:latin typeface="Calibri"/>
              </a:rPr>
              <a:t>Strict feature freeze: drop future extensions (multi-language, voice) to protect core MVP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Project Pixie · Ushasree Jakilinki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9224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11155680" cy="164592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83080"/>
            <a:ext cx="10753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9A23B"/>
                </a:solidFill>
                <a:latin typeface="Calibri"/>
              </a:rPr>
              <a:t>Zero Token 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48840"/>
            <a:ext cx="107533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ECF0F7"/>
                </a:solidFill>
                <a:latin typeface="Calibri"/>
              </a:rPr>
              <a:t>By design, local open-source models eliminate dependencies on third-party cloud APIs (OpenAI, Anthropic). Thousands of test queries run for free — which is exactly what a 4-tier eval plan needs.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566160"/>
            <a:ext cx="11155680" cy="164592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703320"/>
            <a:ext cx="10753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9A23B"/>
                </a:solidFill>
                <a:latin typeface="Calibri"/>
              </a:rPr>
              <a:t>Hardware Utilization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069080"/>
            <a:ext cx="107533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ECF0F7"/>
                </a:solidFill>
                <a:latin typeface="Calibri"/>
              </a:rPr>
              <a:t>The only resource consumed is the host machine's local compute — CPU/GPU and RAM. No subscriptions, no metering, no surprise bills.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Future Extensions — Parked Until MVP 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9224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A9B7CC"/>
                </a:solidFill>
                <a:latin typeface="Calibri"/>
              </a:rPr>
              <a:t>Project Pixie · Ushasree Jakilinki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9224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7CC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132588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91639"/>
            <a:ext cx="10753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9A23B"/>
                </a:solidFill>
                <a:latin typeface="Calibri"/>
              </a:rPr>
              <a:t>Multi-Language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57400"/>
            <a:ext cx="1075334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CF0F7"/>
                </a:solidFill>
                <a:latin typeface="Calibri"/>
              </a:rPr>
              <a:t>Expand the prompt architecture to deliver origins and meanings in multiple target languages.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63239"/>
            <a:ext cx="11155680" cy="132588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200399"/>
            <a:ext cx="10753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9A23B"/>
                </a:solidFill>
                <a:latin typeface="Calibri"/>
              </a:rPr>
              <a:t>Multimodal 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566159"/>
            <a:ext cx="1075334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CF0F7"/>
                </a:solidFill>
                <a:latin typeface="Calibri"/>
              </a:rPr>
              <a:t>Speech-to-text input and text-to-speech output for a hands-free experience.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11155680" cy="1325880"/>
          </a:xfrm>
          <a:prstGeom prst="roundRect">
            <a:avLst>
              <a:gd name="adj" fmla="val 10000"/>
            </a:avLst>
          </a:prstGeom>
          <a:solidFill>
            <a:srgbClr val="1E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4709160"/>
            <a:ext cx="10753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9A23B"/>
                </a:solidFill>
                <a:latin typeface="Calibri"/>
              </a:rPr>
              <a:t>Historical Caching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074920"/>
            <a:ext cx="1075334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CF0F7"/>
                </a:solidFill>
                <a:latin typeface="Calibri"/>
              </a:rPr>
              <a:t>A lightweight local SQLite store for previously searched names — instant responses for popular lookups, no repeat inference.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CF0F7"/>
                </a:solidFill>
                <a:latin typeface="Calibri"/>
              </a:rPr>
              <a:t>Open for technical feedback, architectural critiques, or feature suggestions.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Ushasree Jakilinki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A9B7CC"/>
                </a:solidFill>
                <a:latin typeface="Calibri"/>
              </a:rPr>
              <a:t>auj012@gmail.com  ·  ushajaki@umich.edu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9A23B"/>
                </a:solidFill>
                <a:latin typeface="Calibri"/>
              </a:rPr>
              <a:t>github.com/auj012/AIAgentLearning/tree/main/ProjectPixie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